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anrope Light"/>
      <p:regular r:id="rId13"/>
      <p:bold r:id="rId14"/>
    </p:embeddedFont>
    <p:embeddedFont>
      <p:font typeface="Anton"/>
      <p:regular r:id="rId15"/>
    </p:embeddedFont>
    <p:embeddedFont>
      <p:font typeface="Manrope SemiBold"/>
      <p:regular r:id="rId16"/>
      <p:bold r:id="rId17"/>
    </p:embeddedFont>
    <p:embeddedFont>
      <p:font typeface="Manrope"/>
      <p:regular r:id="rId18"/>
      <p:bold r:id="rId19"/>
    </p:embeddedFont>
    <p:embeddedFont>
      <p:font typeface="Vazirmatn SemiBold"/>
      <p:regular r:id="rId20"/>
      <p:bold r:id="rId21"/>
    </p:embeddedFont>
    <p:embeddedFont>
      <p:font typeface="Manrope ExtraBold"/>
      <p:bold r:id="rId22"/>
    </p:embeddedFont>
    <p:embeddedFont>
      <p:font typeface="Manrope Medium"/>
      <p:regular r:id="rId23"/>
      <p:bold r:id="rId24"/>
    </p:embeddedFont>
    <p:embeddedFont>
      <p:font typeface="Vazirmatn ExtraLight"/>
      <p:regular r:id="rId25"/>
      <p:bold r:id="rId26"/>
    </p:embeddedFont>
    <p:embeddedFont>
      <p:font typeface="Vazirmatn Black"/>
      <p:bold r:id="rId27"/>
    </p:embeddedFont>
    <p:embeddedFont>
      <p:font typeface="Vazirmatn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VazirmatnSemiBold-regular.fntdata"/><Relationship Id="rId22" Type="http://schemas.openxmlformats.org/officeDocument/2006/relationships/font" Target="fonts/ManropeExtraBold-bold.fntdata"/><Relationship Id="rId21" Type="http://schemas.openxmlformats.org/officeDocument/2006/relationships/font" Target="fonts/VazirmatnSemiBold-bold.fntdata"/><Relationship Id="rId24" Type="http://schemas.openxmlformats.org/officeDocument/2006/relationships/font" Target="fonts/ManropeMedium-bold.fntdata"/><Relationship Id="rId23" Type="http://schemas.openxmlformats.org/officeDocument/2006/relationships/font" Target="fonts/Manrope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VazirmatnExtraLight-bold.fntdata"/><Relationship Id="rId25" Type="http://schemas.openxmlformats.org/officeDocument/2006/relationships/font" Target="fonts/VazirmatnExtraLight-regular.fntdata"/><Relationship Id="rId28" Type="http://schemas.openxmlformats.org/officeDocument/2006/relationships/font" Target="fonts/Vazirmatn-regular.fntdata"/><Relationship Id="rId27" Type="http://schemas.openxmlformats.org/officeDocument/2006/relationships/font" Target="fonts/Vazirmatn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Vazirmatn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nropeLight-regular.fntdata"/><Relationship Id="rId12" Type="http://schemas.openxmlformats.org/officeDocument/2006/relationships/slide" Target="slides/slide7.xml"/><Relationship Id="rId15" Type="http://schemas.openxmlformats.org/officeDocument/2006/relationships/font" Target="fonts/Anton-regular.fntdata"/><Relationship Id="rId14" Type="http://schemas.openxmlformats.org/officeDocument/2006/relationships/font" Target="fonts/ManropeLight-bold.fntdata"/><Relationship Id="rId17" Type="http://schemas.openxmlformats.org/officeDocument/2006/relationships/font" Target="fonts/ManropeSemiBold-bold.fntdata"/><Relationship Id="rId16" Type="http://schemas.openxmlformats.org/officeDocument/2006/relationships/font" Target="fonts/ManropeSemiBold-regular.fntdata"/><Relationship Id="rId19" Type="http://schemas.openxmlformats.org/officeDocument/2006/relationships/font" Target="fonts/Manrope-bold.fntdata"/><Relationship Id="rId18" Type="http://schemas.openxmlformats.org/officeDocument/2006/relationships/font" Target="fonts/Manrop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92047f08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92047f08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92047f08df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92047f08df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92047f08df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392047f08df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92047f08df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92047f08df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92047f08df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392047f08df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92047f08df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92047f08df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92047f08df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392047f08df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3" name="Google Shape;33;p2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4" name="Google Shape;34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" name="Google Shape;44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" name="Google Shape;45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" name="Google Shape;50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" name="Google Shape;51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" name="Google Shape;52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" name="Google Shape;53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" name="Google Shape;54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" name="Google Shape;55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" name="Google Shape;56;p2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7" name="Google Shape;57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" name="Google Shape;78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" name="Google Shape;79;p2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80" name="Google Shape;80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2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5" name="Google Shape;105;p2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6" name="Google Shape;106;p2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" name="Google Shape;109;p3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1" name="Google Shape;111;p3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14" name="Google Shape;114;p4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15" name="Google Shape;115;p4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24" name="Google Shape;124;p4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4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4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" name="Google Shape;128;p4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5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31" name="Google Shape;131;p5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40" name="Google Shape;140;p5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" name="Google Shape;141;p5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42" name="Google Shape;142;p5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43" name="Google Shape;143;p5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4" name="Google Shape;144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5" name="Google Shape;145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6" name="Google Shape;146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7" name="Google Shape;147;p5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8" name="Google Shape;148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9" name="Google Shape;149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0" name="Google Shape;150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1" name="Google Shape;151;p5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2" name="Google Shape;152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3" name="Google Shape;153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4" name="Google Shape;154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5" name="Google Shape;155;p5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56" name="Google Shape;156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" name="Google Shape;157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58" name="Google Shape;158;p5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59" name="Google Shape;159;p5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1" name="Google Shape;161;p5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2" name="Google Shape;162;p5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4" name="Google Shape;164;p5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5" name="Google Shape;165;p5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6" name="Google Shape;166;p5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7" name="Google Shape;167;p5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8" name="Google Shape;168;p5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" name="Google Shape;171;p6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2" name="Google Shape;172;p6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" name="Google Shape;173;p6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4" name="Google Shape;174;p6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5" name="Google Shape;175;p6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6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6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85" name="Google Shape;185;p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94" name="Google Shape;194;p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p7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96" name="Google Shape;196;p7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97" name="Google Shape;197;p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9" name="Google Shape;199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0" name="Google Shape;200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1" name="Google Shape;201;p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2" name="Google Shape;202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3" name="Google Shape;203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4" name="Google Shape;204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5" name="Google Shape;205;p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6" name="Google Shape;206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7" name="Google Shape;207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8" name="Google Shape;208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9" name="Google Shape;209;p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10" name="Google Shape;210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11" name="Google Shape;211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12" name="Google Shape;212;p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13" name="Google Shape;213;p7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4" name="Google Shape;214;p7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5" name="Google Shape;215;p7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6" name="Google Shape;216;p7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7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7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7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7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7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4" name="Google Shape;224;p8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8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6" name="Google Shape;226;p8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27" name="Google Shape;227;p8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28" name="Google Shape;228;p8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1" name="Google Shape;231;p9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9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3" name="Google Shape;233;p9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34" name="Google Shape;234;p9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7" name="Google Shape;237;p10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10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9" name="Google Shape;239;p10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41" name="Google Shape;241;p10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44" name="Google Shape;244;p1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53" name="Google Shape;253;p11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4" name="Google Shape;254;p11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255" name="Google Shape;255;p11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56" name="Google Shape;256;p11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7" name="Google Shape;257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8" name="Google Shape;258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9" name="Google Shape;259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0" name="Google Shape;260;p11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1" name="Google Shape;261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2" name="Google Shape;262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3" name="Google Shape;263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4" name="Google Shape;264;p11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5" name="Google Shape;265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6" name="Google Shape;266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7" name="Google Shape;267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8" name="Google Shape;268;p11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69" name="Google Shape;269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70" name="Google Shape;270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71" name="Google Shape;271;p11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72" name="Google Shape;272;p11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1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276" name="Google Shape;276;p12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277" name="Google Shape;277;p12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278" name="Google Shape;278;p12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9" name="Google Shape;279;p12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0" name="Google Shape;280;p12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1" name="Google Shape;281;p12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2" name="Google Shape;282;p12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83" name="Google Shape;283;p12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4" name="Google Shape;284;p12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5" name="Google Shape;285;p12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6" name="Google Shape;286;p12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13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0" name="Google Shape;290;p13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13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92" name="Google Shape;292;p1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96" name="Google Shape;296;p1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3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14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301" name="Google Shape;301;p1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02" name="Google Shape;302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5" name="Google Shape;305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6" name="Google Shape;306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1" name="Google Shape;311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" name="Google Shape;312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3" name="Google Shape;313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4" name="Google Shape;314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5" name="Google Shape;315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6" name="Google Shape;316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7" name="Google Shape;317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8" name="Google Shape;318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9" name="Google Shape;319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24" name="Google Shape;324;p1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25" name="Google Shape;325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6" name="Google Shape;326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" name="Google Shape;327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8" name="Google Shape;328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9" name="Google Shape;329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0" name="Google Shape;330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5" name="Google Shape;335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6" name="Google Shape;336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3" name="Google Shape;343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4" name="Google Shape;344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5" name="Google Shape;345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6" name="Google Shape;346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47" name="Google Shape;347;p1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48" name="Google Shape;348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70" name="Google Shape;370;p1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1" name="Google Shape;371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9" name="Google Shape;389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0" name="Google Shape;390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93" name="Google Shape;393;p1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94" name="Google Shape;394;p1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5" name="Google Shape;395;p14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96" name="Google Shape;396;p14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15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399" name="Google Shape;399;p15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15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1" name="Google Shape;401;p15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2" name="Google Shape;402;p15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3" name="Google Shape;403;p15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4" name="Google Shape;404;p15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5" name="Google Shape;405;p15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6" name="Google Shape;406;p15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7" name="Google Shape;407;p15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8" name="Google Shape;408;p15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9" name="Google Shape;409;p15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0" name="Google Shape;410;p15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11" name="Google Shape;411;p15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412" name="Google Shape;412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13" name="Google Shape;41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14" name="Google Shape;41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5" name="Google Shape;41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6" name="Google Shape;41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17" name="Google Shape;41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8" name="Google Shape;41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9" name="Google Shape;41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20" name="Google Shape;42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1" name="Google Shape;42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22" name="Google Shape;422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23" name="Google Shape;42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24" name="Google Shape;42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5" name="Google Shape;42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6" name="Google Shape;42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27" name="Google Shape;42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8" name="Google Shape;42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9" name="Google Shape;42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30" name="Google Shape;43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1" name="Google Shape;43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32" name="Google Shape;432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33" name="Google Shape;43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34" name="Google Shape;43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5" name="Google Shape;43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6" name="Google Shape;43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37" name="Google Shape;43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8" name="Google Shape;43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9" name="Google Shape;43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40" name="Google Shape;44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1" name="Google Shape;44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42" name="Google Shape;442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43" name="Google Shape;44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44" name="Google Shape;44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5" name="Google Shape;44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46" name="Google Shape;44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47" name="Google Shape;44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8" name="Google Shape;44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49" name="Google Shape;449;p15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50" name="Google Shape;450;p15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451" name="Google Shape;451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52" name="Google Shape;45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53" name="Google Shape;45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4" name="Google Shape;45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5" name="Google Shape;45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56" name="Google Shape;45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7" name="Google Shape;45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8" name="Google Shape;45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59" name="Google Shape;45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61" name="Google Shape;461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62" name="Google Shape;46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63" name="Google Shape;46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4" name="Google Shape;46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5" name="Google Shape;46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66" name="Google Shape;46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7" name="Google Shape;46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8" name="Google Shape;46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69" name="Google Shape;46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0" name="Google Shape;47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71" name="Google Shape;471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72" name="Google Shape;47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73" name="Google Shape;47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4" name="Google Shape;47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5" name="Google Shape;47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76" name="Google Shape;47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7" name="Google Shape;47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8" name="Google Shape;47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79" name="Google Shape;47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0" name="Google Shape;48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81" name="Google Shape;481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82" name="Google Shape;48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83" name="Google Shape;48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4" name="Google Shape;48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5" name="Google Shape;48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86" name="Google Shape;48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7" name="Google Shape;48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88" name="Google Shape;488;p15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89" name="Google Shape;489;p15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6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492" name="Google Shape;492;p16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493" name="Google Shape;493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5" name="Google Shape;495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6" name="Google Shape;496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7" name="Google Shape;497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8" name="Google Shape;498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9" name="Google Shape;499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0" name="Google Shape;500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1" name="Google Shape;501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2" name="Google Shape;502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3" name="Google Shape;503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4" name="Google Shape;504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5" name="Google Shape;505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6" name="Google Shape;506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" name="Google Shape;508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4" name="Google Shape;514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15" name="Google Shape;515;p16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16" name="Google Shape;516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9" name="Google Shape;519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0" name="Google Shape;520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2" name="Google Shape;522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3" name="Google Shape;523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4" name="Google Shape;524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5" name="Google Shape;525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6" name="Google Shape;526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7" name="Google Shape;527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8" name="Google Shape;528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9" name="Google Shape;529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0" name="Google Shape;530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1" name="Google Shape;531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38" name="Google Shape;538;p16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39" name="Google Shape;539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0" name="Google Shape;540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1" name="Google Shape;541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3" name="Google Shape;543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4" name="Google Shape;544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5" name="Google Shape;545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0" name="Google Shape;560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1" name="Google Shape;561;p16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62" name="Google Shape;562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3" name="Google Shape;563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4" name="Google Shape;564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5" name="Google Shape;565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1" name="Google Shape;571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3" name="Google Shape;583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84" name="Google Shape;584;p16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5" name="Google Shape;585;p16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16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16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8" name="Google Shape;588;p16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16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16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91" name="Google Shape;591;p16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16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16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16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16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16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16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16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7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601" name="Google Shape;601;p17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17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7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7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17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17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17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17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17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17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17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17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13" name="Google Shape;613;p17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4" name="Google Shape;614;p17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7" name="Google Shape;617;p18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18" name="Google Shape;618;p18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19" name="Google Shape;619;p18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0" name="Google Shape;620;p18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1" name="Google Shape;621;p18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2" name="Google Shape;622;p18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18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29" name="Google Shape;629;p18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630" name="Google Shape;630;p18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1" name="Google Shape;631;p18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2" name="Google Shape;632;p18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3" name="Google Shape;633;p18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4" name="Google Shape;634;p18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5" name="Google Shape;635;p18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36" name="Google Shape;636;p18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7" name="Google Shape;637;p18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38" name="Google Shape;638;p18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39" name="Google Shape;639;p18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0" name="Google Shape;640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1" name="Google Shape;641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2" name="Google Shape;642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3" name="Google Shape;643;p18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4" name="Google Shape;644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5" name="Google Shape;645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6" name="Google Shape;646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7" name="Google Shape;647;p18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8" name="Google Shape;648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9" name="Google Shape;649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0" name="Google Shape;650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51" name="Google Shape;651;p18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52" name="Google Shape;652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3" name="Google Shape;653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54" name="Google Shape;654;p18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655" name="Google Shape;655;p18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6" name="Google Shape;656;p18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57" name="Google Shape;657;p18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18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18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0" name="Google Shape;660;p18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1" name="Google Shape;661;p18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9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4" name="Google Shape;664;p19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665" name="Google Shape;665;p19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666" name="Google Shape;666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667" name="Google Shape;66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68" name="Google Shape;66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69" name="Google Shape;66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0" name="Google Shape;67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71" name="Google Shape;67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2" name="Google Shape;67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3" name="Google Shape;67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74" name="Google Shape;67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5" name="Google Shape;67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76" name="Google Shape;676;p19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677" name="Google Shape;67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78" name="Google Shape;67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9" name="Google Shape;67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0" name="Google Shape;68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81" name="Google Shape;68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2" name="Google Shape;68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3" name="Google Shape;68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84" name="Google Shape;68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5" name="Google Shape;68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86" name="Google Shape;686;p19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687" name="Google Shape;68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88" name="Google Shape;68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9" name="Google Shape;68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0" name="Google Shape;69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91" name="Google Shape;69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2" name="Google Shape;69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3" name="Google Shape;69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94" name="Google Shape;69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96" name="Google Shape;696;p19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697" name="Google Shape;69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98" name="Google Shape;69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9" name="Google Shape;69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0" name="Google Shape;70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1" name="Google Shape;70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2" name="Google Shape;70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03" name="Google Shape;703;p19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04" name="Google Shape;704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05" name="Google Shape;70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06" name="Google Shape;70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7" name="Google Shape;70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8" name="Google Shape;70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9" name="Google Shape;70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0" name="Google Shape;71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1" name="Google Shape;711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12" name="Google Shape;712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3" name="Google Shape;713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14" name="Google Shape;714;p19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715" name="Google Shape;71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16" name="Google Shape;71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8" name="Google Shape;71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19" name="Google Shape;71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21" name="Google Shape;721;p19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722" name="Google Shape;722;p19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19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4" name="Google Shape;724;p19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5" name="Google Shape;725;p19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6" name="Google Shape;726;p19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7" name="Google Shape;727;p19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8" name="Google Shape;728;p19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9" name="Google Shape;729;p19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30" name="Google Shape;730;p19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0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3" name="Google Shape;733;p20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36" name="Google Shape;736;p20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737" name="Google Shape;737;p20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8" name="Google Shape;738;p20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39" name="Google Shape;739;p20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740" name="Google Shape;740;p20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1" name="Google Shape;741;p20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2" name="Google Shape;742;p20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3" name="Google Shape;743;p20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4" name="Google Shape;744;p20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5" name="Google Shape;745;p20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6" name="Google Shape;746;p20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7" name="Google Shape;747;p20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8" name="Google Shape;748;p20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9" name="Google Shape;749;p20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0" name="Google Shape;750;p20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1" name="Google Shape;751;p20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2" name="Google Shape;752;p20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" name="Google Shape;753;p20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4" name="Google Shape;754;p20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55" name="Google Shape;755;p20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756" name="Google Shape;756;p20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57" name="Google Shape;757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58" name="Google Shape;75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59" name="Google Shape;75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0" name="Google Shape;76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1" name="Google Shape;76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2" name="Google Shape;76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3" name="Google Shape;76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4" name="Google Shape;76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5" name="Google Shape;76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6" name="Google Shape;76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67" name="Google Shape;767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68" name="Google Shape;76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9" name="Google Shape;76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0" name="Google Shape;77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1" name="Google Shape;77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2" name="Google Shape;77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3" name="Google Shape;77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4" name="Google Shape;77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5" name="Google Shape;77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6" name="Google Shape;77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77" name="Google Shape;777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78" name="Google Shape;77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9" name="Google Shape;77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0" name="Google Shape;78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1" name="Google Shape;78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2" name="Google Shape;78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3" name="Google Shape;78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4" name="Google Shape;78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5" name="Google Shape;78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6" name="Google Shape;78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87" name="Google Shape;787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788" name="Google Shape;78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9" name="Google Shape;78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0" name="Google Shape;79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1" name="Google Shape;79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2" name="Google Shape;79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3" name="Google Shape;79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794" name="Google Shape;794;p20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95" name="Google Shape;795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96" name="Google Shape;79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7" name="Google Shape;79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8" name="Google Shape;79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9" name="Google Shape;79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0" name="Google Shape;80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1" name="Google Shape;80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2" name="Google Shape;80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3" name="Google Shape;80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4" name="Google Shape;80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05" name="Google Shape;805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06" name="Google Shape;80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7" name="Google Shape;80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8" name="Google Shape;80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9" name="Google Shape;80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0" name="Google Shape;81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1" name="Google Shape;81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2" name="Google Shape;81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3" name="Google Shape;81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4" name="Google Shape;81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15" name="Google Shape;815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16" name="Google Shape;81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7" name="Google Shape;81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8" name="Google Shape;81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9" name="Google Shape;81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0" name="Google Shape;82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1" name="Google Shape;82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2" name="Google Shape;82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3" name="Google Shape;82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4" name="Google Shape;82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25" name="Google Shape;825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26" name="Google Shape;82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7" name="Google Shape;82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8" name="Google Shape;82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9" name="Google Shape;82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0" name="Google Shape;83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1" name="Google Shape;83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832" name="Google Shape;832;p20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20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4" name="Google Shape;834;p20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35" name="Google Shape;835;p20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6" name="Google Shape;836;p20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37" name="Google Shape;837;p20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8" name="Google Shape;838;p20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39" name="Google Shape;839;p20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0" name="Google Shape;840;p20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41" name="Google Shape;841;p20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2" name="Google Shape;842;p20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4" name="Google Shape;844;p2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45" name="Google Shape;845;p2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6" name="Google Shape;846;p2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7" name="Google Shape;847;p2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" name="Google Shape;848;p2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9" name="Google Shape;849;p2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0" name="Google Shape;850;p2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1" name="Google Shape;851;p2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2" name="Google Shape;852;p2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3" name="Google Shape;853;p2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54" name="Google Shape;854;p21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5" name="Google Shape;855;p2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856" name="Google Shape;856;p21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7" name="Google Shape;857;p21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58" name="Google Shape;858;p21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9" name="Google Shape;859;p21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0" name="Google Shape;860;p21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1" name="Google Shape;861;p21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2" name="Google Shape;862;p21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3" name="Google Shape;863;p21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4" name="Google Shape;864;p21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5" name="Google Shape;865;p21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6" name="Google Shape;866;p21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7" name="Google Shape;867;p21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2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0" name="Google Shape;870;p22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71" name="Google Shape;871;p22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872" name="Google Shape;872;p22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73" name="Google Shape;873;p22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6" name="Google Shape;876;p2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7" name="Google Shape;877;p2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8" name="Google Shape;878;p2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879" name="Google Shape;879;p2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2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1" name="Google Shape;881;p23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2" name="Google Shape;882;p23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3" name="Google Shape;883;p23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4" name="Google Shape;884;p23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5" name="Google Shape;885;p23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24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88" name="Google Shape;888;p24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9" name="Google Shape;889;p24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0" name="Google Shape;890;p24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p24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2" name="Google Shape;892;p24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3" name="Google Shape;893;p24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4" name="Google Shape;894;p24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5" name="Google Shape;895;p24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p24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897" name="Google Shape;897;p24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98" name="Google Shape;898;p24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899" name="Google Shape;899;p24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00" name="Google Shape;900;p24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1" name="Google Shape;901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2" name="Google Shape;902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3" name="Google Shape;903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4" name="Google Shape;904;p24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5" name="Google Shape;905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6" name="Google Shape;906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7" name="Google Shape;907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8" name="Google Shape;908;p24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9" name="Google Shape;909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0" name="Google Shape;910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1" name="Google Shape;911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12" name="Google Shape;912;p24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13" name="Google Shape;913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4" name="Google Shape;914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15" name="Google Shape;915;p24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16" name="Google Shape;916;p24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7" name="Google Shape;917;p24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8" name="Google Shape;918;p24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19" name="Google Shape;919;p24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0" name="Google Shape;920;p24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1" name="Google Shape;921;p24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2" name="Google Shape;922;p24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3" name="Google Shape;923;p24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4" name="Google Shape;924;p24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5" name="Google Shape;925;p24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8" name="Google Shape;928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3" name="Google Shape;93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6" name="Google Shape;936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7" name="Google Shape;937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2" name="Google Shape;942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7" name="Google Shape;947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48" name="Google Shape;948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3" name="Google Shape;953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7" name="Google Shape;957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8" name="Google Shape;958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9" name="Google Shape;959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0" name="Google Shape;960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1" name="Google Shape;961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2" name="Google Shape;962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5" name="Google Shape;965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6" name="Google Shape;966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9" name="Google Shape;969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0" name="Google Shape;970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1" name="Google Shape;971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5" name="Google Shape;975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6" name="Google Shape;976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7" name="Google Shape;977;p3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3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9" name="Google Shape;979;p3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0" name="Google Shape;980;p3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3" name="Google Shape;983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6" name="Google Shape;986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7" name="Google Shape;987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8" name="Google Shape;988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9" name="Google Shape;98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0" name="Google Shape;990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1" name="Google Shape;991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4" name="Google Shape;994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6" name="Google Shape;996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7" name="Google Shape;997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8" name="Google Shape;998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9" name="Google Shape;99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0" name="Google Shape;1000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1" name="Google Shape;1001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2" name="Google Shape;1002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7" name="Google Shape;1007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0" name="Google Shape;1010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1" name="Google Shape;1011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2" name="Google Shape;1012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3" name="Google Shape;1013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5" name="Google Shape;1015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sciencedirect.com/science/article/pii/S0965997816305567" TargetMode="External"/><Relationship Id="rId4" Type="http://schemas.openxmlformats.org/officeDocument/2006/relationships/hyperlink" Target="https://www.sciencedirect.com/science/article/pii/S0965997816305567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5"/>
          <p:cNvSpPr txBox="1"/>
          <p:nvPr>
            <p:ph type="title"/>
          </p:nvPr>
        </p:nvSpPr>
        <p:spPr>
          <a:xfrm>
            <a:off x="1081850" y="1418908"/>
            <a:ext cx="6984900" cy="154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0" lang="en" sz="4000">
                <a:latin typeface="Vazirmatn SemiBold"/>
                <a:ea typeface="Vazirmatn SemiBold"/>
                <a:cs typeface="Vazirmatn SemiBold"/>
                <a:sym typeface="Vazirmatn SemiBold"/>
              </a:rPr>
              <a:t>الگوریتم بهینه سازی کفتار خالدار</a:t>
            </a:r>
            <a:endParaRPr b="0" sz="4000">
              <a:latin typeface="Vazirmatn SemiBold"/>
              <a:ea typeface="Vazirmatn SemiBold"/>
              <a:cs typeface="Vazirmatn SemiBold"/>
              <a:sym typeface="Vazirmatn SemiBold"/>
            </a:endParaRPr>
          </a:p>
        </p:txBody>
      </p:sp>
      <p:sp>
        <p:nvSpPr>
          <p:cNvPr id="1021" name="Google Shape;1021;p45"/>
          <p:cNvSpPr txBox="1"/>
          <p:nvPr>
            <p:ph idx="1" type="body"/>
          </p:nvPr>
        </p:nvSpPr>
        <p:spPr>
          <a:xfrm>
            <a:off x="6954075" y="4170725"/>
            <a:ext cx="18438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ارائه دهنده: حسام شینی</a:t>
            </a:r>
            <a:b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</a:b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استاد راهنما: آقای دکتر بهمنش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22" name="Google Shape;1022;p45"/>
          <p:cNvSpPr txBox="1"/>
          <p:nvPr>
            <p:ph idx="1" type="body"/>
          </p:nvPr>
        </p:nvSpPr>
        <p:spPr>
          <a:xfrm>
            <a:off x="351925" y="4170725"/>
            <a:ext cx="15630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زمستان 1404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23" name="Google Shape;1023;p45"/>
          <p:cNvSpPr txBox="1"/>
          <p:nvPr>
            <p:ph type="title"/>
          </p:nvPr>
        </p:nvSpPr>
        <p:spPr>
          <a:xfrm>
            <a:off x="1197300" y="2560583"/>
            <a:ext cx="6984900" cy="79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00">
                <a:solidFill>
                  <a:srgbClr val="434343"/>
                </a:solidFill>
                <a:uFill>
                  <a:noFill/>
                </a:uFill>
                <a:latin typeface="Vazirmatn"/>
                <a:ea typeface="Vazirmatn"/>
                <a:cs typeface="Vazirmatn"/>
                <a:sym typeface="Vazirmat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Spotted hyena optimizer (SHO)</a:t>
            </a:r>
            <a:endParaRPr b="0" sz="2300">
              <a:solidFill>
                <a:srgbClr val="434343"/>
              </a:solidFill>
              <a:uFill>
                <a:noFill/>
              </a:uFill>
              <a:latin typeface="Vazirmatn"/>
              <a:ea typeface="Vazirmatn"/>
              <a:cs typeface="Vazirmatn"/>
              <a:sym typeface="Vazirmatn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 b="0" sz="4100">
              <a:solidFill>
                <a:srgbClr val="000000"/>
              </a:solidFill>
              <a:latin typeface="Vazirmatn SemiBold"/>
              <a:ea typeface="Vazirmatn SemiBold"/>
              <a:cs typeface="Vazirmatn SemiBold"/>
              <a:sym typeface="Vazirmatn SemiBold"/>
            </a:endParaRPr>
          </a:p>
        </p:txBody>
      </p:sp>
      <p:pic>
        <p:nvPicPr>
          <p:cNvPr id="1024" name="Google Shape;1024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8613" y="251267"/>
            <a:ext cx="809625" cy="84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25" name="Google Shape;1025;p45"/>
          <p:cNvSpPr txBox="1"/>
          <p:nvPr/>
        </p:nvSpPr>
        <p:spPr>
          <a:xfrm>
            <a:off x="4444550" y="400317"/>
            <a:ext cx="39981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موسسه آموزش عالی نقش جهان - گروه مهندسی کامپیوتر، بیوانفورماتیک </a:t>
            </a:r>
            <a:endParaRPr sz="900">
              <a:solidFill>
                <a:srgbClr val="434343"/>
              </a:solidFill>
              <a:latin typeface="Vazirmatn ExtraLight"/>
              <a:ea typeface="Vazirmatn ExtraLight"/>
              <a:cs typeface="Vazirmatn ExtraLight"/>
              <a:sym typeface="Vazirmatn ExtraLight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ارائه درس بهینه سازی</a:t>
            </a:r>
            <a:endParaRPr sz="900">
              <a:solidFill>
                <a:srgbClr val="434343"/>
              </a:solidFill>
              <a:latin typeface="Vazirmatn ExtraLight"/>
              <a:ea typeface="Vazirmatn ExtraLight"/>
              <a:cs typeface="Vazirmatn ExtraLight"/>
              <a:sym typeface="Vazirmatn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46" title="SH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463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46"/>
          <p:cNvSpPr txBox="1"/>
          <p:nvPr>
            <p:ph idx="1" type="body"/>
          </p:nvPr>
        </p:nvSpPr>
        <p:spPr>
          <a:xfrm>
            <a:off x="6954075" y="4658471"/>
            <a:ext cx="18438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ارائه دهنده: حسام شینی</a:t>
            </a:r>
            <a:b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</a:b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استاد راهنما: آقای دکتر بهمنش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32" name="Google Shape;1032;p46"/>
          <p:cNvSpPr txBox="1"/>
          <p:nvPr>
            <p:ph idx="1" type="body"/>
          </p:nvPr>
        </p:nvSpPr>
        <p:spPr>
          <a:xfrm>
            <a:off x="351925" y="4658471"/>
            <a:ext cx="15630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زمستان 1404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Google Shape;1037;p47" title="SH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46510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47"/>
          <p:cNvSpPr txBox="1"/>
          <p:nvPr>
            <p:ph idx="1" type="body"/>
          </p:nvPr>
        </p:nvSpPr>
        <p:spPr>
          <a:xfrm>
            <a:off x="6954075" y="4658471"/>
            <a:ext cx="18438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ارائه دهنده: حسام شینی</a:t>
            </a:r>
            <a:b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</a:b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استاد راهنما: آقای دکتر بهمنش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39" name="Google Shape;1039;p47"/>
          <p:cNvSpPr txBox="1"/>
          <p:nvPr>
            <p:ph idx="1" type="body"/>
          </p:nvPr>
        </p:nvSpPr>
        <p:spPr>
          <a:xfrm>
            <a:off x="351925" y="4658471"/>
            <a:ext cx="15630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زمستان 1404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8"/>
          <p:cNvSpPr txBox="1"/>
          <p:nvPr>
            <p:ph type="title"/>
          </p:nvPr>
        </p:nvSpPr>
        <p:spPr>
          <a:xfrm>
            <a:off x="694675" y="886820"/>
            <a:ext cx="7372200" cy="41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Initialize population P_i (i = 1..n) randomly within bounds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Evaluate fitness of all P_i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Identify best solution P_best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For t = 1 to T: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    Update s (decreases over time)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    For each hyena i: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        Generate random vectors r1, r2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        Compute B = 2*r1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        Compute E = 2*s*r2 - h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        Compute D = | B ⊙ P_best - P_i |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        Candidate update: P_i_new = P_best - E ⊙ D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        Apply boundary handling (clip if out of bounds)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    Recompute fitness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    Update P_best if improved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latin typeface="Vazirmatn"/>
                <a:ea typeface="Vazirmatn"/>
                <a:cs typeface="Vazirmatn"/>
                <a:sym typeface="Vazirmatn"/>
              </a:rPr>
              <a:t>Return P_best</a:t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45" name="Google Shape;1045;p48"/>
          <p:cNvSpPr txBox="1"/>
          <p:nvPr>
            <p:ph idx="1" type="body"/>
          </p:nvPr>
        </p:nvSpPr>
        <p:spPr>
          <a:xfrm>
            <a:off x="6954075" y="4658471"/>
            <a:ext cx="18438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ارائه دهنده: حسام شینی</a:t>
            </a:r>
            <a:b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</a:b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استاد راهنما: آقای دکتر بهمنش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46" name="Google Shape;1046;p48"/>
          <p:cNvSpPr txBox="1"/>
          <p:nvPr>
            <p:ph idx="1" type="body"/>
          </p:nvPr>
        </p:nvSpPr>
        <p:spPr>
          <a:xfrm>
            <a:off x="351925" y="4658471"/>
            <a:ext cx="15630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زمستان 1404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47" name="Google Shape;1047;p48"/>
          <p:cNvSpPr txBox="1"/>
          <p:nvPr/>
        </p:nvSpPr>
        <p:spPr>
          <a:xfrm>
            <a:off x="2845175" y="280825"/>
            <a:ext cx="56016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5B0F00"/>
                </a:solidFill>
                <a:latin typeface="Vazirmatn"/>
                <a:ea typeface="Vazirmatn"/>
                <a:cs typeface="Vazirmatn"/>
                <a:sym typeface="Vazirmatn"/>
              </a:rPr>
              <a:t>شبه کد الگوریتم بهینه سازی کفتار خالدار</a:t>
            </a:r>
            <a:endParaRPr b="1" sz="2500">
              <a:solidFill>
                <a:srgbClr val="5B0F00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49"/>
          <p:cNvSpPr txBox="1"/>
          <p:nvPr>
            <p:ph idx="1" type="body"/>
          </p:nvPr>
        </p:nvSpPr>
        <p:spPr>
          <a:xfrm>
            <a:off x="6954075" y="4658471"/>
            <a:ext cx="18438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ارائه دهنده: حسام شینی</a:t>
            </a:r>
            <a:b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</a:b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استاد راهنما: آقای دکتر بهمنش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53" name="Google Shape;1053;p49"/>
          <p:cNvSpPr txBox="1"/>
          <p:nvPr>
            <p:ph idx="1" type="body"/>
          </p:nvPr>
        </p:nvSpPr>
        <p:spPr>
          <a:xfrm>
            <a:off x="351925" y="4658471"/>
            <a:ext cx="15630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زمستان 1404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54" name="Google Shape;1054;p49"/>
          <p:cNvSpPr txBox="1"/>
          <p:nvPr/>
        </p:nvSpPr>
        <p:spPr>
          <a:xfrm>
            <a:off x="739000" y="761175"/>
            <a:ext cx="7707900" cy="3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55" name="Google Shape;1055;p49"/>
          <p:cNvSpPr txBox="1"/>
          <p:nvPr/>
        </p:nvSpPr>
        <p:spPr>
          <a:xfrm>
            <a:off x="2845175" y="280825"/>
            <a:ext cx="56016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5B0F00"/>
                </a:solidFill>
                <a:latin typeface="Vazirmatn"/>
                <a:ea typeface="Vazirmatn"/>
                <a:cs typeface="Vazirmatn"/>
                <a:sym typeface="Vazirmatn"/>
              </a:rPr>
              <a:t>مثال:</a:t>
            </a:r>
            <a:endParaRPr b="1" sz="2500">
              <a:solidFill>
                <a:srgbClr val="5B0F00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50" title="SHO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78476" cy="4665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50"/>
          <p:cNvSpPr txBox="1"/>
          <p:nvPr>
            <p:ph idx="1" type="body"/>
          </p:nvPr>
        </p:nvSpPr>
        <p:spPr>
          <a:xfrm>
            <a:off x="6954075" y="4658471"/>
            <a:ext cx="18438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ارائه دهنده: حسام شینی</a:t>
            </a:r>
            <a:b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</a:b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استاد راهنما: آقای دکتر بهمنش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62" name="Google Shape;1062;p50"/>
          <p:cNvSpPr txBox="1"/>
          <p:nvPr>
            <p:ph idx="1" type="body"/>
          </p:nvPr>
        </p:nvSpPr>
        <p:spPr>
          <a:xfrm>
            <a:off x="351925" y="4658471"/>
            <a:ext cx="15630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زمستان 1404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51"/>
          <p:cNvSpPr txBox="1"/>
          <p:nvPr>
            <p:ph type="title"/>
          </p:nvPr>
        </p:nvSpPr>
        <p:spPr>
          <a:xfrm>
            <a:off x="460500" y="1248925"/>
            <a:ext cx="7239900" cy="1994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>
                <a:latin typeface="Vazirmatn Black"/>
                <a:ea typeface="Vazirmatn Black"/>
                <a:cs typeface="Vazirmatn Black"/>
                <a:sym typeface="Vazirmatn Black"/>
              </a:rPr>
              <a:t>سپاس از شما</a:t>
            </a:r>
            <a:endParaRPr>
              <a:latin typeface="Vazirmatn Black"/>
              <a:ea typeface="Vazirmatn Black"/>
              <a:cs typeface="Vazirmatn Black"/>
              <a:sym typeface="Vazirmatn Black"/>
            </a:endParaRPr>
          </a:p>
        </p:txBody>
      </p:sp>
      <p:sp>
        <p:nvSpPr>
          <p:cNvPr id="1068" name="Google Shape;1068;p51"/>
          <p:cNvSpPr txBox="1"/>
          <p:nvPr>
            <p:ph idx="1" type="body"/>
          </p:nvPr>
        </p:nvSpPr>
        <p:spPr>
          <a:xfrm>
            <a:off x="6954075" y="4658471"/>
            <a:ext cx="1843800" cy="46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ارائه دهنده: حسام شینی</a:t>
            </a:r>
            <a:b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</a:b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استاد راهنما: آقای دکتر بهمنش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69" name="Google Shape;1069;p51"/>
          <p:cNvSpPr txBox="1"/>
          <p:nvPr>
            <p:ph idx="1" type="body"/>
          </p:nvPr>
        </p:nvSpPr>
        <p:spPr>
          <a:xfrm>
            <a:off x="351925" y="4658471"/>
            <a:ext cx="1563000" cy="46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900">
                <a:solidFill>
                  <a:srgbClr val="434343"/>
                </a:solidFill>
                <a:latin typeface="Vazirmatn"/>
                <a:ea typeface="Vazirmatn"/>
                <a:cs typeface="Vazirmatn"/>
                <a:sym typeface="Vazirmatn"/>
              </a:rPr>
              <a:t>زمستان 1404</a:t>
            </a:r>
            <a:endParaRPr sz="900">
              <a:solidFill>
                <a:srgbClr val="434343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